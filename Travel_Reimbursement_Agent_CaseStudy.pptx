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Travel Reimbursement Approval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Agentic AI system for automated travel expense evaluation using</a:t>
            </a:r>
            <a:br/>
            <a:r>
              <a:t>RAG-grounded reasoning and multi-tool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Calibri"/>
              </a:defRPr>
            </a:pPr>
            <a:r>
              <a:t>Yusuf Shaikh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Case Study  |  GenAI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760720"/>
            <a:ext cx="14630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A5FA"/>
                </a:solidFill>
                <a:latin typeface="Calibri"/>
              </a:defRPr>
            </a:pPr>
            <a:r>
              <a:t>Python 3.12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5760720"/>
            <a:ext cx="14630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5760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A5FA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5760720"/>
            <a:ext cx="14630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5760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A5FA"/>
                </a:solidFill>
                <a:latin typeface="Calibri"/>
              </a:defRPr>
            </a:pPr>
            <a:r>
              <a:t>LangChain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5760720"/>
            <a:ext cx="14630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5760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A5FA"/>
                </a:solidFill>
                <a:latin typeface="Calibri"/>
              </a:defRPr>
            </a:pPr>
            <a:r>
              <a:t>FAISS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5760720"/>
            <a:ext cx="14630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5760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A5FA"/>
                </a:solidFill>
                <a:latin typeface="Calibri"/>
              </a:defRPr>
            </a:pPr>
            <a:r>
              <a:t>GPT-4.1 /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Enterprises process thousands of travel reimbursement claims monthly.</a:t>
            </a:r>
            <a:br/>
            <a:r>
              <a:t>Manual review is slow, error-prone, and inconsistent across reviewers.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24688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Slow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Manual claim review takes 3-5 business days per claim, creating backlogs during peak travel seasons.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743200"/>
            <a:ext cx="24688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Inconsistent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2004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Different reviewers interpret policies differently, leading to unfair outcomes for employees.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43200"/>
            <a:ext cx="24688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Policy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Policy updates take weeks to propagate to all reviewers. Claims get processed against outdated rules.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743200"/>
            <a:ext cx="24688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No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004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Paper-based processes make it hard to trace why a specific decision was made months later.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Goal: Build an agent that automates this process with full policy compliance, structured output, and an auditable decision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A FastAPI service wrapping a LangChain tool-calling agent that evaluates claims against company policy using RAG.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17373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1. Claim 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FastAPI receives</a:t>
            </a:r>
            <a:br/>
            <a:r>
              <a:t>JSON claim via</a:t>
            </a:r>
            <a:br/>
            <a:r>
              <a:t>REST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59" y="2377440"/>
            <a:ext cx="17373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599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2. RAG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599" y="29260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Relevant policy</a:t>
            </a:r>
            <a:br/>
            <a:r>
              <a:t>sections fetched</a:t>
            </a:r>
            <a:br/>
            <a:r>
              <a:t>from FAISS index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8" y="2377440"/>
            <a:ext cx="17373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8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3. Agent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8" y="29260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LLM decides which</a:t>
            </a:r>
            <a:br/>
            <a:r>
              <a:t>tools to invoke</a:t>
            </a:r>
            <a:br/>
            <a:r>
              <a:t>based on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197" y="2377440"/>
            <a:ext cx="17373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37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4. Tool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37" y="29260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7 tools validate</a:t>
            </a:r>
            <a:br/>
            <a:r>
              <a:t>receipts, limits,</a:t>
            </a:r>
            <a:br/>
            <a:r>
              <a:t>duplicates, etc.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6" y="2377440"/>
            <a:ext cx="17373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6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5.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6" y="29260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Output schema</a:t>
            </a:r>
            <a:br/>
            <a:r>
              <a:t>validation before</a:t>
            </a:r>
            <a:br/>
            <a:r>
              <a:t>returning result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35" y="2377440"/>
            <a:ext cx="17373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75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6.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75" y="29260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Structured JSON</a:t>
            </a:r>
            <a:br/>
            <a:r>
              <a:t>with decision and</a:t>
            </a:r>
            <a:br/>
            <a:r>
              <a:t>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Fully compliant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Calibri"/>
              </a:defRPr>
            </a:pPr>
            <a:r>
              <a:t>Partially Approved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Some deductions applied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Rejected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Policy violations found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Manual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Ambiguous/edge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Python 3.12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Type hints, async/await, modern stdlib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20"/>
            <a:ext cx="10515600" cy="457200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FastAPI 0.115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Auto-generated docs, async endpoints, Pydantic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LangChain 0.3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423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Tool-calling agent with AgentExecutor, prompt templates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GPT-4.1 / Gemini 2.5 Flash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Configurable provider with factory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Vector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FAISS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429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In-process similarity search, persisted to disk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886200"/>
            <a:ext cx="10515600" cy="457200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text-embedding-3-small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OpenAI or Google embedding models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Pydantic 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434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Request/response schemas with field validators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pytest + coverage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937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Unit tests for tools, schemas, API, agent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40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440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Lint, test, Docker build on every push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897880"/>
            <a:ext cx="10515600" cy="457200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Docker + Compose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5943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Single-command containerized startup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Policy documents are ingested, chunked, embedded, and indexed for retrieval at query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Index Build (Offline)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23774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Policy .md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3 policy documents</a:t>
            </a:r>
            <a:br/>
            <a:r>
              <a:t>(travel, limits, approvals)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560320"/>
            <a:ext cx="23774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Text Splitter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175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RecursiveCharacter</a:t>
            </a:r>
            <a:br/>
            <a:r>
              <a:t>512 tokens, 64 overlap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560320"/>
            <a:ext cx="23774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text-embedding-3-small</a:t>
            </a:r>
            <a:br/>
            <a:r>
              <a:t>(OpenAI / Google)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560320"/>
            <a:ext cx="23774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FAISS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0175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Persisted to disk</a:t>
            </a:r>
            <a:br/>
            <a:r>
              <a:t>for fast startup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Query Time (Online)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029200"/>
            <a:ext cx="23774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66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Claim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864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Travel type, expenses,</a:t>
            </a:r>
            <a:br/>
            <a:r>
              <a:t>destination extracted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5029200"/>
            <a:ext cx="23774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5166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Query Embedding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4864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Multiple queries generated</a:t>
            </a:r>
            <a:br/>
            <a:r>
              <a:t>for comprehensive coverage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5029200"/>
            <a:ext cx="23774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5166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Similarity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4864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Top-K chunks retrieved</a:t>
            </a:r>
            <a:br/>
            <a:r>
              <a:t>from FAISS index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5029200"/>
            <a:ext cx="23774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5166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Agent Prompt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4864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Policy context injected</a:t>
            </a:r>
            <a:br/>
            <a:r>
              <a:t>into LLM prompt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Agent Tools (7)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Each tool is independently testable, returns structured JSON, and follows single-responsibility principle.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6517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Policy Lookup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Queries FAISS index for relevant policy sections. Returns chunks with source references.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RAG-grounded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920240"/>
            <a:ext cx="26517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Receipt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774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Validates that every expense &gt;$25 has a matching, attached receipt.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920240"/>
            <a:ext cx="26517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Expense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774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Checks each line item against per-diem and category limits from config.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1920240"/>
            <a:ext cx="26517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Duplicate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3774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Detects potential duplicate submissions using multi-factor similarity scoring.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Fraud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4297680"/>
            <a:ext cx="26517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Approval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548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Determines required approval authority based on claim amount and org level.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Authorization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4297680"/>
            <a:ext cx="26517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Currency Conv.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7548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Converts non-USD amounts using static rate table (live API in production).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Normalization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4297680"/>
            <a:ext cx="26517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Output Validator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7548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Validates draft response against Pydantic schema before returning.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Quality gate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Design Decisions &amp;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777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Tool-Calling Agent over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Chose create_tool_calling_agent for deterministic behavior and native function-calling support. Less prompt engineering overhead compared to ReAct.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515600" cy="777240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FAISS over Chroma/Pinecone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In-process vector store with disk persistence. No external service dependency. Adequate for the document volume in this use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515600" cy="777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Manual Review as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Uncertain cases route to manual_review instead of guessing. Critical for financial compliance where wrong decisions have real cost.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77640"/>
            <a:ext cx="10515600" cy="777240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Separate Prompts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All prompts in app/prompts/templates.py. Auditable, version-controlled, and swappable without changing agent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46320"/>
            <a:ext cx="10515600" cy="777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Static Currency Rates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Avoids external API dependency for demo/testing. Production would integrate a live exchange rate service with caching.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715000"/>
            <a:ext cx="10515600" cy="777240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Three-Layer 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Environment variables &gt; config.ini &gt; defaults. Deploy across environments without code changes. All limits externally tunable.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Testing &amp;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test_tools.py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All 7 tools tested independently</a:t>
            </a:r>
            <a:br/>
            <a:r>
              <a:t>with edge cases for limits,</a:t>
            </a:r>
            <a:br/>
            <a:r>
              <a:t>currency, duplicates, and receipts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27 test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46304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test_schemas.py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Pydantic validation: required fields,</a:t>
            </a:r>
            <a:br/>
            <a:r>
              <a:t>type constraints, date ordering,</a:t>
            </a:r>
            <a:br/>
            <a:r>
              <a:t>confidence score bounds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9 test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test_api.py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Endpoint validation, error handling,</a:t>
            </a:r>
            <a:br/>
            <a:r>
              <a:t>Swagger/OpenAPI accessibility,</a:t>
            </a:r>
            <a:br/>
            <a:r>
              <a:t>422 responses for bad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7 test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46304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test_agent.py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9202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Output parsing with valid JSON,</a:t>
            </a:r>
            <a:br/>
            <a:r>
              <a:t>markdown-wrapped JSON, invalid</a:t>
            </a:r>
            <a:br/>
            <a:r>
              <a:t>output fallback to manual_review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5 test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Quality Measures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CI/CD pipeline with GitHub Actions (lint + test + Docker build)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Code formatting with Black, linting with Ruff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86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Coverage threshold set to 80% minimum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06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Rotating log files for app, agent, API, and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Global exception middleware for consistent error responses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Pydantic validation on all inputs and outputs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Sample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Request (POST /evaluate)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{</a:t>
            </a:r>
            <a:br/>
            <a:r>
              <a:t>  "claim_id": "CLM-2025-101",</a:t>
            </a:r>
            <a:br/>
            <a:r>
              <a:t>  "employee_name": "Alice Johnson",</a:t>
            </a:r>
            <a:br/>
            <a:r>
              <a:t>  "travel_type": "domestic",</a:t>
            </a:r>
            <a:br/>
            <a:r>
              <a:t>  "destination": "New York, NY",</a:t>
            </a:r>
            <a:br/>
            <a:r>
              <a:t>  "business_purpose": "Client meeting",</a:t>
            </a:r>
            <a:br/>
            <a:r>
              <a:t>  "expenses": [</a:t>
            </a:r>
            <a:br/>
            <a:r>
              <a:t>    {</a:t>
            </a:r>
            <a:br/>
            <a:r>
              <a:t>      "expense_type": "flight",</a:t>
            </a:r>
            <a:br/>
            <a:r>
              <a:t>      "amount": 450.00,</a:t>
            </a:r>
            <a:br/>
            <a:r>
              <a:t>      "receipt_id": "REC-001"</a:t>
            </a:r>
            <a:br/>
            <a:r>
              <a:t>    },</a:t>
            </a:r>
            <a:br/>
            <a:r>
              <a:t>    {</a:t>
            </a:r>
            <a:br/>
            <a:r>
              <a:t>      "expense_type": "hotel",</a:t>
            </a:r>
            <a:br/>
            <a:r>
              <a:t>      "amount": 350.00,</a:t>
            </a:r>
            <a:br/>
            <a:r>
              <a:t>      "receipt_id": "REC-002"</a:t>
            </a:r>
            <a:br/>
            <a:r>
              <a:t>    }</a:t>
            </a:r>
            <a:br/>
            <a:r>
              <a:t>  ],</a:t>
            </a:r>
            <a:br/>
            <a:r>
              <a:t>  "total_claimed_amount": 800.00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21208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{</a:t>
            </a:r>
            <a:br/>
            <a:r>
              <a:t>  "claim_id": "CLM-2025-101",</a:t>
            </a:r>
            <a:br/>
            <a:r>
              <a:t>  "decision": "approved",</a:t>
            </a:r>
            <a:br/>
            <a:r>
              <a:t>  "approved_amount": 800.00,</a:t>
            </a:r>
            <a:br/>
            <a:r>
              <a:t>  "rejected_amount": 0.00,</a:t>
            </a:r>
            <a:br/>
            <a:r>
              <a:t>  "deductions": [],</a:t>
            </a:r>
            <a:br/>
            <a:r>
              <a:t>  "confidence_score": 0.95,</a:t>
            </a:r>
            <a:br/>
            <a:r>
              <a:t>  "policy_references": [</a:t>
            </a:r>
            <a:br/>
            <a:r>
              <a:t>    "Sec 4: Domestic flight limit $1,500",</a:t>
            </a:r>
            <a:br/>
            <a:r>
              <a:t>    "Sec 5: Hotel per-night limit $200"</a:t>
            </a:r>
            <a:br/>
            <a:r>
              <a:t>  ],</a:t>
            </a:r>
            <a:br/>
            <a:r>
              <a:t>  "missing_documents": [],</a:t>
            </a:r>
            <a:br/>
            <a:r>
              <a:t>  "reasoning": "All expenses within</a:t>
            </a:r>
            <a:br/>
            <a:r>
              <a:t>    policy limits. Receipts verified.",</a:t>
            </a:r>
            <a:br/>
            <a:r>
              <a:t>  "tools_used": [</a:t>
            </a:r>
            <a:br/>
            <a:r>
              <a:t>    "policy_lookup",</a:t>
            </a:r>
            <a:br/>
            <a:r>
              <a:t>    "receipt_completeness_check",</a:t>
            </a:r>
            <a:br/>
            <a:r>
              <a:t>    "expense_limit_check",</a:t>
            </a:r>
            <a:br/>
            <a:r>
              <a:t>    "approval_matrix_check",</a:t>
            </a:r>
            <a:br/>
            <a:r>
              <a:t>    "validate_output"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1. Clone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463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git clone https://github.com/&lt;your-user&gt;/travel-reimbursement-agent.git</a:t>
            </a:r>
            <a:br/>
            <a:r>
              <a:t>cd travel-reimbursement-agent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2.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31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python -m venv venv &amp;&amp; source venv/bin/activate</a:t>
            </a:r>
            <a:br/>
            <a:r>
              <a:t>pip install -r requirements.txt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3. Configure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00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cp .env.example .env</a:t>
            </a:r>
            <a:br/>
            <a:r>
              <a:t># Set OPENAI_API_KEY or GOOGLE_API_KEY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7764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4.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0690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python scripts/build_index.py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4632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5.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9377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python main.py</a:t>
            </a:r>
            <a:br/>
            <a:r>
              <a:t># API available at http://localhost:8000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71500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6.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806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curl -X POST http://localhost:8000/evaluate \</a:t>
            </a:r>
            <a:br/>
            <a:r>
              <a:t>  -H 'Content-Type: application/json' \</a:t>
            </a:r>
            <a:br/>
            <a:r>
              <a:t>  -d @data/claims/claim_001_approved.json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Agentic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The LLM acts as an orchestrator, deciding which tools to call based on claim context. It never answers directly.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RAG-Grounded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Every decision is anchored in actual company policy retrieved from the FAISS vector store.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Structured &amp; Auditable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Consistent JSON output with decision, amounts, deductions, confidence score, and full audit trail.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Production-Ready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Three-layer config, rotating logs, Docker deployment, CI/CD, comprehensive test suite.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Reliability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Uncertain cases go to manual review. Missing receipts trigger deductions. Schema validation on every output.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GitHub: github.com/&lt;your-user&gt;/travel-reimbursement-agent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